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9AF23C"/>
          </a:solidFill>
          <a:ln w="12700">
            <a:solidFill>
              <a:srgbClr val="9AF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128016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1280160" cy="50292"/>
          </a:xfrm>
          <a:prstGeom prst="rect">
            <a:avLst/>
          </a:prstGeom>
          <a:solidFill>
            <a:srgbClr val="9AF23C"/>
          </a:solidFill>
          <a:ln w="12700">
            <a:solidFill>
              <a:srgbClr val="9AF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 Title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999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7CD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Subtitle or tagline goes here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45765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F23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John MacDonald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143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 Name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9AF23C"/>
          </a:solidFill>
          <a:ln w="12700">
            <a:solidFill>
              <a:srgbClr val="9AF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F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78408"/>
            <a:ext cx="8595360" cy="10973"/>
          </a:xfrm>
          <a:prstGeom prst="rect">
            <a:avLst/>
          </a:prstGeom>
          <a:solidFill>
            <a:srgbClr val="3A404A"/>
          </a:solidFill>
          <a:ln w="12700">
            <a:solidFill>
              <a:srgbClr val="3A4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point one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CD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Supporting detail that expands on the point above with relevant context and evidence.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point two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CD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Another supporting detail with operational texture and specificity.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point three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CD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third observation grounded in experience and evidence.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115568"/>
            <a:ext cx="4023360" cy="3291840"/>
          </a:xfrm>
          <a:prstGeom prst="rect">
            <a:avLst/>
          </a:prstGeom>
          <a:solidFill>
            <a:srgbClr val="1C1F24"/>
          </a:solidFill>
          <a:ln w="12700">
            <a:solidFill>
              <a:srgbClr val="3A4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115568"/>
            <a:ext cx="4023360" cy="50292"/>
          </a:xfrm>
          <a:prstGeom prst="rect">
            <a:avLst/>
          </a:prstGeom>
          <a:solidFill>
            <a:srgbClr val="9AF23C"/>
          </a:solidFill>
          <a:ln w="12700">
            <a:solidFill>
              <a:srgbClr val="9AF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298448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7CD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Supporting callout, data point, or visual element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759452"/>
            <a:ext cx="8595360" cy="10973"/>
          </a:xfrm>
          <a:prstGeom prst="rect">
            <a:avLst/>
          </a:prstGeom>
          <a:solidFill>
            <a:srgbClr val="3A404A"/>
          </a:solidFill>
          <a:ln w="12700">
            <a:solidFill>
              <a:srgbClr val="3A4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7960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jmaclabs.com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-548640"/>
            <a:ext cx="10058400" cy="6240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C1F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3749040" y="1920240"/>
            <a:ext cx="1645920" cy="50292"/>
          </a:xfrm>
          <a:prstGeom prst="rect">
            <a:avLst/>
          </a:prstGeom>
          <a:solidFill>
            <a:srgbClr val="9AF23C"/>
          </a:solidFill>
          <a:ln w="12700">
            <a:solidFill>
              <a:srgbClr val="9AF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AF23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F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31272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brief framing sentence for what this section covers.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9AF23C"/>
          </a:solidFill>
          <a:ln w="12700">
            <a:solidFill>
              <a:srgbClr val="9AF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3708" y="0"/>
            <a:ext cx="5029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9AF2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2F4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quote or key insight goes here. Keep it to two or three lines for maximum impact on a projected slide.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914400" cy="36576"/>
          </a:xfrm>
          <a:prstGeom prst="rect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Name, Title or 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4759452"/>
            <a:ext cx="8595360" cy="10973"/>
          </a:xfrm>
          <a:prstGeom prst="rect">
            <a:avLst/>
          </a:prstGeom>
          <a:solidFill>
            <a:srgbClr val="3A404A"/>
          </a:solidFill>
          <a:ln w="12700">
            <a:solidFill>
              <a:srgbClr val="3A4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7960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jmaclabs.com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JMacLabs Presentation Template</dc:title>
  <dc:subject>PptxGenJS Presentation</dc:subject>
  <dc:creator>John MacDonald</dc:creator>
  <cp:lastModifiedBy>John MacDonald</cp:lastModifiedBy>
  <cp:revision>1</cp:revision>
  <dcterms:created xsi:type="dcterms:W3CDTF">2026-04-22T10:48:45Z</dcterms:created>
  <dcterms:modified xsi:type="dcterms:W3CDTF">2026-04-22T10:48:45Z</dcterms:modified>
</cp:coreProperties>
</file>